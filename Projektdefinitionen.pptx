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949A33-206D-DAEF-4851-B45388FBB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A374E6-16F2-8EC2-010F-F0A72E1F1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844447-77A4-E0DD-E798-29319B32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DC47EB-BAB0-1AED-E7FC-03CA5854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70DAE2-7DB4-5F1C-416D-93FB2C31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635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ABD7E6-5418-58A1-46F4-DD042315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12305F-329A-9B2D-8EE4-0EDD37ED7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D2D01-2000-BFF9-34A3-82A6E6FC6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255B8-CDE3-2C24-0889-2BAC1CA6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CEF3F8-1685-72A0-CF78-A15CA697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83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1B800E-C46D-30D6-38B3-A071EAF98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6FFAC6-D170-65D6-B056-6198297BB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E1549B-AB84-2FAE-C1D4-5E2CF42A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D27277-06AE-8793-5D1D-D624BDDD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697F34-E85A-2644-0985-851B6135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70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75A540-8853-0C01-11D5-A69CBD20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783E75-27E5-ED0E-C7C4-D60B3BAB3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E49A07-243E-15BE-9225-437506105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EACCE7-A020-83C0-993E-4B5C0A96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2859A7-9123-AC4F-3977-52D404AA9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53D7A4-90E1-8686-3D36-2EE5AEEB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578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2AD5C-013E-E1D1-099D-9C4A21DD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D53749-5C4E-A488-1316-BA3C232E1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F6FD7C-073B-1546-E388-FF5B47324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4E36B2-E955-E939-8C7E-770192085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2A43635-73B8-DBFF-AB9B-5F8B31DFC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04C31B3-81F3-7E7C-A697-CF47C9A7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5A6BCC-2EE0-7543-9CBF-B10748CD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CBF38F2-8217-917B-36F4-03A7CCD2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86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73118-6FB3-5353-D308-F1D1A2C0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D9CA84B-45BF-A3C4-6687-07AA6D51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0C7CC4-F24A-9A47-87CD-C7B2E9C6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816294-C288-1A0C-8789-DC38D331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209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B7679E9-582C-B56F-20DC-29FBC1CD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F8C15D-1103-B64E-AA77-2D4BD227A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913EDA-5D7D-32DB-71C4-9613E29B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635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56B44-2753-4C5A-765A-22E4074A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8563C9-E7A8-CD7E-5484-67EC62329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77CD8E-CAF9-47D9-4CC5-347A9136A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E44252-6CDA-904F-E2E1-DA3F631E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C0F575-8A06-B83A-0A94-79054ECB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E776A3-C89D-93C8-A990-9CC5493F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240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968C6-28A9-2756-1953-ECFA4AD9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BD50156-FA17-A9EB-EA2D-939B1D8A4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0AA21C-7A5B-1E24-2DFE-D5ED12886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E7D78D-6C87-3402-2780-5B456CF9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6A0903-BB45-D907-5A83-DDE7C32B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1838DA-CF19-9001-590C-F4340416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9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86D09-6AA7-E0CF-7AD7-53E8D358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37F596-A55B-3534-8B78-462778062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5298E-A5FE-5B68-1B86-3F36A9DF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40D3A8-FF7D-41F5-21E5-1F31E58C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9326AB-5CAC-9835-3387-18324D01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279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9657D5F-6CFB-9F68-0C6A-AB300F308A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088632-A571-CE60-7F48-E804FEBB6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BEF579-E87B-B653-1EE7-A972F549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29FB07-F29C-CE4B-784E-AA3C0F7B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6B89C0-B121-4CD3-4373-F9FF104F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169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3B0048E-8CE3-BEBC-D6DD-2DE4DB8A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12B369-1DAF-05FE-A8D6-F476F4FD7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3DD9DB-EAB2-E4E3-8682-B2CF757A9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45D25-47E6-442A-A192-0392F66D8E74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BC4C87-AE07-9946-B8C8-BA494043A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C1F0AB-3B48-22D8-AAE7-AC3B9D340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4DC4-7D4D-4D80-8C10-DD0E9C9772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17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220DD-58B0-7979-2FA0-AF1924DCD5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Projekte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951EEE-6B80-D4FD-AEEA-63B2B1823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solidFill>
                  <a:schemeClr val="accent5"/>
                </a:solidFill>
              </a:rPr>
              <a:t>Rock Paper </a:t>
            </a:r>
            <a:r>
              <a:rPr lang="de-DE" dirty="0" err="1">
                <a:solidFill>
                  <a:schemeClr val="accent5"/>
                </a:solidFill>
              </a:rPr>
              <a:t>Scissors</a:t>
            </a:r>
            <a:r>
              <a:rPr lang="de-DE" dirty="0">
                <a:solidFill>
                  <a:schemeClr val="accent5"/>
                </a:solidFill>
              </a:rPr>
              <a:t> Game</a:t>
            </a:r>
          </a:p>
          <a:p>
            <a:r>
              <a:rPr lang="de-DE" dirty="0"/>
              <a:t>Pig </a:t>
            </a:r>
            <a:r>
              <a:rPr lang="de-DE" dirty="0" err="1"/>
              <a:t>Latin</a:t>
            </a:r>
            <a:r>
              <a:rPr lang="de-DE" dirty="0"/>
              <a:t> Translator</a:t>
            </a:r>
          </a:p>
          <a:p>
            <a:r>
              <a:rPr lang="de-DE" dirty="0"/>
              <a:t>Caesar </a:t>
            </a:r>
            <a:r>
              <a:rPr lang="de-DE" dirty="0" err="1"/>
              <a:t>Cipher</a:t>
            </a:r>
            <a:r>
              <a:rPr lang="de-DE" dirty="0"/>
              <a:t> Encryption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8913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3952B0-071A-E925-19D3-3E941C0B1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BE7B6B-E636-4C32-D0F3-2A14B3FF6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 </a:t>
            </a:r>
            <a:r>
              <a:rPr lang="en-US" dirty="0" err="1"/>
              <a:t>Programm</a:t>
            </a:r>
            <a:r>
              <a:rPr lang="en-US" dirty="0"/>
              <a:t> </a:t>
            </a:r>
            <a:r>
              <a:rPr lang="en-US" dirty="0" err="1"/>
              <a:t>nimmt</a:t>
            </a:r>
            <a:r>
              <a:rPr lang="en-US" dirty="0"/>
              <a:t> den Zug des “</a:t>
            </a:r>
            <a:r>
              <a:rPr lang="en-US" dirty="0" err="1"/>
              <a:t>Spielers”als</a:t>
            </a:r>
            <a:r>
              <a:rPr lang="en-US" dirty="0"/>
              <a:t> </a:t>
            </a:r>
            <a:r>
              <a:rPr lang="en-US" dirty="0" err="1"/>
              <a:t>Eingabe</a:t>
            </a:r>
            <a:r>
              <a:rPr lang="en-US" dirty="0"/>
              <a:t> von den </a:t>
            </a:r>
            <a:r>
              <a:rPr lang="en-US" dirty="0" err="1"/>
              <a:t>Aufruf-Parametern</a:t>
            </a:r>
            <a:r>
              <a:rPr lang="en-US" dirty="0"/>
              <a:t> (“</a:t>
            </a:r>
            <a:r>
              <a:rPr lang="en-US" b="1" dirty="0" err="1"/>
              <a:t>process.argv</a:t>
            </a:r>
            <a:r>
              <a:rPr lang="en-US" b="1" dirty="0"/>
              <a:t>”)</a:t>
            </a:r>
            <a:r>
              <a:rPr lang="en-US" dirty="0"/>
              <a:t>.</a:t>
            </a:r>
          </a:p>
          <a:p>
            <a:r>
              <a:rPr lang="en-US" dirty="0"/>
              <a:t>Das </a:t>
            </a:r>
            <a:r>
              <a:rPr lang="en-US" dirty="0" err="1"/>
              <a:t>Programm</a:t>
            </a:r>
            <a:r>
              <a:rPr lang="en-US" dirty="0"/>
              <a:t> </a:t>
            </a:r>
            <a:r>
              <a:rPr lang="en-US" dirty="0" err="1"/>
              <a:t>generiert</a:t>
            </a:r>
            <a:r>
              <a:rPr lang="en-US" dirty="0"/>
              <a:t> den Zug des </a:t>
            </a:r>
            <a:r>
              <a:rPr lang="en-US" dirty="0" err="1"/>
              <a:t>Gegenspielers</a:t>
            </a:r>
            <a:r>
              <a:rPr lang="en-US" dirty="0"/>
              <a:t> (computer) per Zufall.</a:t>
            </a:r>
          </a:p>
          <a:p>
            <a:r>
              <a:rPr lang="en-US" dirty="0"/>
              <a:t>Das </a:t>
            </a: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basierend</a:t>
            </a:r>
            <a:r>
              <a:rPr lang="en-US" dirty="0"/>
              <a:t> auf den </a:t>
            </a:r>
            <a:r>
              <a:rPr lang="en-US" dirty="0" err="1"/>
              <a:t>Regeln</a:t>
            </a:r>
            <a:r>
              <a:rPr lang="en-US" dirty="0"/>
              <a:t> von “Rock Paper Scissors” </a:t>
            </a:r>
            <a:r>
              <a:rPr lang="en-US" dirty="0" err="1"/>
              <a:t>generiert</a:t>
            </a:r>
            <a:r>
              <a:rPr lang="en-US" dirty="0"/>
              <a:t>.</a:t>
            </a:r>
          </a:p>
          <a:p>
            <a:r>
              <a:rPr lang="en-US" dirty="0"/>
              <a:t>Das </a:t>
            </a:r>
            <a:r>
              <a:rPr lang="en-US" dirty="0" err="1"/>
              <a:t>Ergebnis</a:t>
            </a:r>
            <a:r>
              <a:rPr lang="en-US" dirty="0"/>
              <a:t> (win, lose, or draw) </a:t>
            </a:r>
            <a:r>
              <a:rPr lang="en-US" dirty="0" err="1"/>
              <a:t>wird</a:t>
            </a:r>
            <a:r>
              <a:rPr lang="en-US" dirty="0"/>
              <a:t> auf der console </a:t>
            </a:r>
            <a:r>
              <a:rPr lang="en-US" dirty="0" err="1"/>
              <a:t>ausgegeben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2925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12A7D-03C9-301C-7504-269B9E26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696A6-9AF7-4661-CDAD-4D7D1CFE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/>
              <a:t>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1E5441-E216-EA57-11FE-C4A0ADCF5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Es </a:t>
            </a:r>
            <a:r>
              <a:rPr lang="en-US" dirty="0" err="1"/>
              <a:t>werden</a:t>
            </a:r>
            <a:r>
              <a:rPr lang="en-US" dirty="0"/>
              <a:t> die </a:t>
            </a:r>
            <a:r>
              <a:rPr lang="en-US" dirty="0" err="1"/>
              <a:t>möglichen</a:t>
            </a:r>
            <a:r>
              <a:rPr lang="en-US" dirty="0"/>
              <a:t> </a:t>
            </a:r>
            <a:r>
              <a:rPr lang="en-US" dirty="0" err="1"/>
              <a:t>Spielzüge</a:t>
            </a:r>
            <a:r>
              <a:rPr lang="en-US" dirty="0"/>
              <a:t> (rock, scissor und paper) </a:t>
            </a:r>
            <a:r>
              <a:rPr lang="en-US" dirty="0" err="1"/>
              <a:t>benötigt</a:t>
            </a:r>
            <a:endParaRPr lang="en-US" dirty="0"/>
          </a:p>
          <a:p>
            <a:r>
              <a:rPr lang="en-US" dirty="0"/>
              <a:t>Es </a:t>
            </a:r>
            <a:r>
              <a:rPr lang="en-US" dirty="0" err="1"/>
              <a:t>wird</a:t>
            </a:r>
            <a:r>
              <a:rPr lang="en-US" dirty="0"/>
              <a:t> die </a:t>
            </a:r>
            <a:r>
              <a:rPr lang="en-US" dirty="0" err="1"/>
              <a:t>Implementierung</a:t>
            </a:r>
            <a:r>
              <a:rPr lang="en-US" dirty="0"/>
              <a:t> der </a:t>
            </a:r>
            <a:r>
              <a:rPr lang="en-US" dirty="0" err="1"/>
              <a:t>Regeln</a:t>
            </a:r>
            <a:r>
              <a:rPr lang="en-US" dirty="0"/>
              <a:t> </a:t>
            </a:r>
            <a:r>
              <a:rPr lang="en-US" dirty="0" err="1"/>
              <a:t>benötigt</a:t>
            </a:r>
            <a:endParaRPr lang="en-US" dirty="0"/>
          </a:p>
          <a:p>
            <a:r>
              <a:rPr lang="en-US" dirty="0"/>
              <a:t>Für den </a:t>
            </a:r>
            <a:r>
              <a:rPr lang="en-US" dirty="0" err="1"/>
              <a:t>Programm</a:t>
            </a:r>
            <a:r>
              <a:rPr lang="en-US" dirty="0"/>
              <a:t> input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validierung</a:t>
            </a:r>
            <a:r>
              <a:rPr lang="en-US" dirty="0"/>
              <a:t> des Inputs (</a:t>
            </a:r>
            <a:r>
              <a:rPr lang="en-US" dirty="0" err="1"/>
              <a:t>Spielzug</a:t>
            </a:r>
            <a:r>
              <a:rPr lang="en-US" dirty="0"/>
              <a:t> </a:t>
            </a:r>
            <a:r>
              <a:rPr lang="en-US" dirty="0" err="1"/>
              <a:t>Benutzer</a:t>
            </a:r>
            <a:r>
              <a:rPr lang="en-US" dirty="0"/>
              <a:t>) </a:t>
            </a:r>
            <a:r>
              <a:rPr lang="en-US" dirty="0" err="1"/>
              <a:t>benötigt</a:t>
            </a:r>
            <a:r>
              <a:rPr lang="en-US" dirty="0"/>
              <a:t>.</a:t>
            </a:r>
          </a:p>
          <a:p>
            <a:r>
              <a:rPr lang="en-US" dirty="0"/>
              <a:t>Der </a:t>
            </a:r>
            <a:r>
              <a:rPr lang="en-US" dirty="0" err="1"/>
              <a:t>Spielzug</a:t>
            </a:r>
            <a:r>
              <a:rPr lang="en-US" dirty="0"/>
              <a:t> Computer </a:t>
            </a:r>
            <a:r>
              <a:rPr lang="en-US" dirty="0" err="1"/>
              <a:t>muß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“</a:t>
            </a:r>
            <a:r>
              <a:rPr lang="en-US" dirty="0" err="1"/>
              <a:t>Zufallsgenertor</a:t>
            </a:r>
            <a:r>
              <a:rPr lang="en-US" dirty="0"/>
              <a:t>” </a:t>
            </a:r>
            <a:r>
              <a:rPr lang="en-US" dirty="0" err="1"/>
              <a:t>erzeugt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.</a:t>
            </a:r>
          </a:p>
          <a:p>
            <a:r>
              <a:rPr lang="en-US" dirty="0"/>
              <a:t>Das </a:t>
            </a:r>
            <a:r>
              <a:rPr lang="en-US" dirty="0" err="1"/>
              <a:t>Ergebnis</a:t>
            </a:r>
            <a:r>
              <a:rPr lang="en-US" dirty="0"/>
              <a:t> (win, lose, draw)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den </a:t>
            </a:r>
            <a:r>
              <a:rPr lang="en-US" dirty="0" err="1"/>
              <a:t>implementierten</a:t>
            </a:r>
            <a:r>
              <a:rPr lang="en-US" dirty="0"/>
              <a:t> </a:t>
            </a:r>
            <a:r>
              <a:rPr lang="en-US" dirty="0" err="1"/>
              <a:t>Regeln</a:t>
            </a:r>
            <a:r>
              <a:rPr lang="en-US" dirty="0"/>
              <a:t> </a:t>
            </a:r>
            <a:r>
              <a:rPr lang="en-US" dirty="0" err="1"/>
              <a:t>ermittelt</a:t>
            </a:r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Formattierte</a:t>
            </a:r>
            <a:r>
              <a:rPr lang="en-US" dirty="0"/>
              <a:t> </a:t>
            </a: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in der console </a:t>
            </a:r>
            <a:r>
              <a:rPr lang="en-US" dirty="0" err="1"/>
              <a:t>ausgegeben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15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B5342-F67E-58CA-AF75-0EB2B73A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C8FD3D-C202-D81C-11BC-FCD5814D4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/>
              <a:t>Definition „Spielzug“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B814C4-0723-83AB-8DF3-C596E2386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Ein </a:t>
            </a:r>
            <a:r>
              <a:rPr lang="en-US" dirty="0" err="1"/>
              <a:t>Spielzug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für den </a:t>
            </a:r>
            <a:r>
              <a:rPr lang="en-US" dirty="0" err="1"/>
              <a:t>Benutzer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Kommandozeilenparameter</a:t>
            </a:r>
            <a:r>
              <a:rPr lang="en-US" dirty="0"/>
              <a:t> (</a:t>
            </a:r>
            <a:r>
              <a:rPr lang="en-US" dirty="0" err="1"/>
              <a:t>process.argv</a:t>
            </a:r>
            <a:r>
              <a:rPr lang="en-US" dirty="0"/>
              <a:t>) </a:t>
            </a:r>
            <a:r>
              <a:rPr lang="en-US" dirty="0" err="1"/>
              <a:t>übergeben</a:t>
            </a:r>
            <a:endParaRPr lang="en-US" dirty="0"/>
          </a:p>
          <a:p>
            <a:pPr lvl="1"/>
            <a:r>
              <a:rPr lang="en-US" dirty="0"/>
              <a:t>Für den Computer </a:t>
            </a:r>
            <a:r>
              <a:rPr lang="en-US" dirty="0" err="1"/>
              <a:t>Gegenspieler</a:t>
            </a:r>
            <a:r>
              <a:rPr lang="en-US" dirty="0"/>
              <a:t> per Zufall </a:t>
            </a:r>
            <a:r>
              <a:rPr lang="en-US" dirty="0" err="1"/>
              <a:t>erzeugt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Als </a:t>
            </a:r>
            <a:r>
              <a:rPr lang="en-US" dirty="0" err="1"/>
              <a:t>Zufallsgenerator</a:t>
            </a:r>
            <a:r>
              <a:rPr lang="en-US" dirty="0"/>
              <a:t> </a:t>
            </a:r>
            <a:r>
              <a:rPr lang="en-US" dirty="0" err="1"/>
              <a:t>bietet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</a:t>
            </a:r>
            <a:r>
              <a:rPr lang="en-US" dirty="0" err="1"/>
              <a:t>math.random</a:t>
            </a:r>
            <a:r>
              <a:rPr lang="en-US" dirty="0"/>
              <a:t> function an, die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Ganzzahl</a:t>
            </a:r>
            <a:r>
              <a:rPr lang="en-US" dirty="0"/>
              <a:t> für </a:t>
            </a:r>
            <a:r>
              <a:rPr lang="en-US" dirty="0" err="1"/>
              <a:t>Spielzüge</a:t>
            </a:r>
            <a:r>
              <a:rPr lang="en-US" dirty="0"/>
              <a:t> (0-2) </a:t>
            </a:r>
            <a:r>
              <a:rPr lang="en-US" dirty="0" err="1"/>
              <a:t>generieren</a:t>
            </a:r>
            <a:r>
              <a:rPr lang="en-US" dirty="0"/>
              <a:t> </a:t>
            </a:r>
            <a:r>
              <a:rPr lang="en-US" dirty="0" err="1"/>
              <a:t>kann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0: rock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1: paper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2: scissor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Eine </a:t>
            </a:r>
            <a:r>
              <a:rPr lang="en-US" dirty="0" err="1"/>
              <a:t>Ganzzahl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dokumentiert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Kommandozeilenparameter</a:t>
            </a:r>
            <a:r>
              <a:rPr lang="en-US" dirty="0"/>
              <a:t> </a:t>
            </a:r>
            <a:r>
              <a:rPr lang="en-US" dirty="0" err="1"/>
              <a:t>übergeben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Die </a:t>
            </a:r>
            <a:r>
              <a:rPr lang="en-US" dirty="0" err="1"/>
              <a:t>Ganzzahl</a:t>
            </a:r>
            <a:r>
              <a:rPr lang="en-US" dirty="0"/>
              <a:t> </a:t>
            </a:r>
            <a:r>
              <a:rPr lang="en-US" dirty="0" err="1"/>
              <a:t>muß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dem </a:t>
            </a:r>
            <a:r>
              <a:rPr lang="en-US" dirty="0" err="1"/>
              <a:t>Spielzug</a:t>
            </a:r>
            <a:r>
              <a:rPr lang="en-US" dirty="0"/>
              <a:t> </a:t>
            </a:r>
            <a:r>
              <a:rPr lang="en-US" dirty="0" err="1"/>
              <a:t>assoziiert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Die </a:t>
            </a:r>
            <a:r>
              <a:rPr lang="en-US" dirty="0" err="1"/>
              <a:t>Spielzugdefinition</a:t>
            </a:r>
            <a:r>
              <a:rPr lang="en-US" dirty="0"/>
              <a:t> </a:t>
            </a:r>
            <a:r>
              <a:rPr lang="en-US" dirty="0" err="1"/>
              <a:t>erfolgt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Objekt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dem “</a:t>
            </a:r>
            <a:r>
              <a:rPr lang="en-US" dirty="0" err="1"/>
              <a:t>Spielzugnamen</a:t>
            </a:r>
            <a:r>
              <a:rPr lang="en-US" dirty="0"/>
              <a:t>” </a:t>
            </a:r>
            <a:r>
              <a:rPr lang="en-US" dirty="0" err="1"/>
              <a:t>als</a:t>
            </a:r>
            <a:r>
              <a:rPr lang="en-US" dirty="0"/>
              <a:t> String </a:t>
            </a:r>
          </a:p>
        </p:txBody>
      </p:sp>
    </p:spTree>
    <p:extLst>
      <p:ext uri="{BB962C8B-B14F-4D97-AF65-F5344CB8AC3E}">
        <p14:creationId xmlns:p14="http://schemas.microsoft.com/office/powerpoint/2010/main" val="920014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F4E6C-A013-888F-E207-62F5EF31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36CDAE-839A-EC63-5AFF-F5B7DEE8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/>
              <a:t>Definition „Spielzug“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FE1122-F0A8-E7DD-4685-9902C282BD5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lIns="180000" tIns="216000" rIns="180000">
            <a:normAutofit fontScale="25000" lnSpcReduction="20000"/>
          </a:bodyPr>
          <a:lstStyle/>
          <a:p>
            <a:pPr marL="0" indent="0">
              <a:buNone/>
            </a:pPr>
            <a:r>
              <a:rPr lang="de-DE" sz="43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Definition </a:t>
            </a:r>
            <a:r>
              <a:rPr lang="de-DE" sz="43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Spielzuege</a:t>
            </a:r>
            <a:r>
              <a:rPr lang="de-DE" sz="43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ein Spielzug, ist als Objekt innerhalb des </a:t>
            </a:r>
            <a:r>
              <a:rPr lang="de-DE" sz="43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Spielzuege</a:t>
            </a:r>
            <a:r>
              <a:rPr lang="de-DE" sz="43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Objektes angegeben. </a:t>
            </a:r>
          </a:p>
          <a:p>
            <a:pPr marL="0" indent="0">
              <a:buNone/>
            </a:pPr>
            <a:r>
              <a:rPr lang="de-DE" sz="43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Jedes Objekt besitzt Die Eigenschaft “</a:t>
            </a:r>
            <a:r>
              <a:rPr lang="de-DE" sz="43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objectname</a:t>
            </a:r>
            <a:r>
              <a:rPr lang="de-DE" sz="43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”, die zur Ausgabe verwendet werden kann.</a:t>
            </a:r>
          </a:p>
          <a:p>
            <a:pPr marL="0" indent="0">
              <a:buNone/>
            </a:pPr>
            <a:r>
              <a:rPr lang="de-DE" sz="43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Weitere Eigenschaften, wie zum Beispiel “</a:t>
            </a:r>
            <a:r>
              <a:rPr lang="de-DE" sz="43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imagename</a:t>
            </a:r>
            <a:r>
              <a:rPr lang="de-DE" sz="43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”, können bei Bedarf hinzugefügt werden</a:t>
            </a:r>
          </a:p>
          <a:p>
            <a:pPr marL="0" indent="0">
              <a:buNone/>
            </a:pP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Spielzuege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   rock: {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objectname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: 'Rock'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   },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paper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objectname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: 'Paper'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   },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scissor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objectname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: '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Scissor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   }</a:t>
            </a:r>
          </a:p>
          <a:p>
            <a:pPr marL="0" indent="0">
              <a:buNone/>
            </a:pP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r>
              <a:rPr lang="de-DE" sz="43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de-DE" sz="43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Destrukturierung</a:t>
            </a:r>
            <a:r>
              <a:rPr lang="de-DE" sz="43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zu Verwendung:</a:t>
            </a:r>
          </a:p>
          <a:p>
            <a:pPr marL="0" indent="0">
              <a:buNone/>
            </a:pP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 {rock, 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scissor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paper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} = </a:t>
            </a:r>
            <a:r>
              <a:rPr lang="de-DE" sz="4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Spielzuege</a:t>
            </a:r>
            <a:r>
              <a:rPr lang="de-DE" sz="4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0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78B30-D80A-930E-9764-4C135912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6C4F26-FF5F-5D1E-95C3-03E61C09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/>
              <a:t>Definition „Ergebnis“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BEE749-5C89-9353-691F-E0AE78376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Die </a:t>
            </a:r>
            <a:r>
              <a:rPr lang="en-US" dirty="0" err="1"/>
              <a:t>Regeln</a:t>
            </a:r>
            <a:r>
              <a:rPr lang="en-US" dirty="0"/>
              <a:t> </a:t>
            </a:r>
            <a:r>
              <a:rPr lang="en-US" dirty="0" err="1"/>
              <a:t>bestimmen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Rock </a:t>
            </a:r>
            <a:r>
              <a:rPr lang="en-US" dirty="0" err="1"/>
              <a:t>gewinnt</a:t>
            </a:r>
            <a:r>
              <a:rPr lang="en-US" dirty="0"/>
              <a:t> </a:t>
            </a:r>
            <a:r>
              <a:rPr lang="en-US" dirty="0" err="1"/>
              <a:t>gegen</a:t>
            </a:r>
            <a:r>
              <a:rPr lang="en-US" dirty="0"/>
              <a:t> Scissor</a:t>
            </a:r>
          </a:p>
          <a:p>
            <a:pPr lvl="1"/>
            <a:r>
              <a:rPr lang="en-US" dirty="0"/>
              <a:t>Scissor </a:t>
            </a:r>
            <a:r>
              <a:rPr lang="en-US" dirty="0" err="1"/>
              <a:t>gewinnt</a:t>
            </a:r>
            <a:r>
              <a:rPr lang="en-US" dirty="0"/>
              <a:t> </a:t>
            </a:r>
            <a:r>
              <a:rPr lang="en-US" dirty="0" err="1"/>
              <a:t>gegen</a:t>
            </a:r>
            <a:r>
              <a:rPr lang="en-US" dirty="0"/>
              <a:t> Paper</a:t>
            </a:r>
          </a:p>
          <a:p>
            <a:pPr lvl="1"/>
            <a:r>
              <a:rPr lang="en-US" dirty="0"/>
              <a:t>Paper </a:t>
            </a:r>
            <a:r>
              <a:rPr lang="en-US" dirty="0" err="1"/>
              <a:t>gewinnt</a:t>
            </a:r>
            <a:r>
              <a:rPr lang="en-US" dirty="0"/>
              <a:t> </a:t>
            </a:r>
            <a:r>
              <a:rPr lang="en-US" dirty="0" err="1"/>
              <a:t>gegen</a:t>
            </a:r>
            <a:r>
              <a:rPr lang="en-US" dirty="0"/>
              <a:t> Rock   </a:t>
            </a:r>
          </a:p>
          <a:p>
            <a:r>
              <a:rPr lang="en-US" dirty="0"/>
              <a:t>Das </a:t>
            </a:r>
            <a:r>
              <a:rPr lang="en-US" dirty="0" err="1"/>
              <a:t>Ergebnis</a:t>
            </a:r>
            <a:r>
              <a:rPr lang="en-US" dirty="0"/>
              <a:t> (win, lose, draw)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Auswertung</a:t>
            </a:r>
            <a:r>
              <a:rPr lang="en-US" dirty="0"/>
              <a:t> des </a:t>
            </a:r>
            <a:r>
              <a:rPr lang="en-US" dirty="0" err="1"/>
              <a:t>Wertepares</a:t>
            </a:r>
            <a:r>
              <a:rPr lang="en-US" dirty="0"/>
              <a:t> {&lt;</a:t>
            </a:r>
            <a:r>
              <a:rPr lang="en-US" dirty="0" err="1"/>
              <a:t>Benutzer</a:t>
            </a:r>
            <a:r>
              <a:rPr lang="en-US" dirty="0"/>
              <a:t> </a:t>
            </a:r>
            <a:r>
              <a:rPr lang="en-US" dirty="0" err="1"/>
              <a:t>Spielzug</a:t>
            </a:r>
            <a:r>
              <a:rPr lang="en-US" dirty="0"/>
              <a:t>&gt;, &lt;Computer </a:t>
            </a:r>
            <a:r>
              <a:rPr lang="en-US" dirty="0" err="1"/>
              <a:t>Spielzug</a:t>
            </a:r>
            <a:r>
              <a:rPr lang="en-US" dirty="0"/>
              <a:t>&gt;} </a:t>
            </a:r>
            <a:r>
              <a:rPr lang="en-US" dirty="0" err="1"/>
              <a:t>ermittelt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Das </a:t>
            </a: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immer </a:t>
            </a:r>
            <a:r>
              <a:rPr lang="en-US" dirty="0" err="1"/>
              <a:t>aus</a:t>
            </a:r>
            <a:r>
              <a:rPr lang="en-US" dirty="0"/>
              <a:t> der Sicht des </a:t>
            </a:r>
            <a:r>
              <a:rPr lang="en-US" dirty="0" err="1"/>
              <a:t>Benutzers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Beispiele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{ rock, paper } =&gt; </a:t>
            </a:r>
            <a:r>
              <a:rPr lang="en-US" dirty="0" err="1"/>
              <a:t>Benutzer</a:t>
            </a:r>
            <a:r>
              <a:rPr lang="en-US" dirty="0"/>
              <a:t> </a:t>
            </a:r>
            <a:r>
              <a:rPr lang="en-US" dirty="0" err="1"/>
              <a:t>verliert</a:t>
            </a:r>
            <a:endParaRPr lang="en-US" dirty="0"/>
          </a:p>
          <a:p>
            <a:pPr lvl="2"/>
            <a:r>
              <a:rPr lang="en-US" dirty="0"/>
              <a:t>{ scissor, paper } =&gt; </a:t>
            </a:r>
            <a:r>
              <a:rPr lang="en-US" dirty="0" err="1"/>
              <a:t>Benutzer</a:t>
            </a:r>
            <a:r>
              <a:rPr lang="en-US" dirty="0"/>
              <a:t> </a:t>
            </a:r>
            <a:r>
              <a:rPr lang="en-US" dirty="0" err="1"/>
              <a:t>gewinnt</a:t>
            </a:r>
            <a:endParaRPr lang="en-US" dirty="0"/>
          </a:p>
          <a:p>
            <a:pPr lvl="2"/>
            <a:r>
              <a:rPr lang="en-US" dirty="0"/>
              <a:t>{ rock, rock } = </a:t>
            </a:r>
            <a:r>
              <a:rPr lang="en-US" dirty="0" err="1"/>
              <a:t>Unentschieden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786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5E28A-A255-5343-7251-31F2042B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24D78E-2AE2-D3A4-8A8E-D113F130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/>
              <a:t>Definition „Ergebnisse“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D9BDFA-87A3-09A9-38B3-69B65BA06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555435" cy="4747452"/>
          </a:xfrm>
          <a:solidFill>
            <a:schemeClr val="bg1"/>
          </a:solidFill>
        </p:spPr>
        <p:txBody>
          <a:bodyPr lIns="180000" tIns="216000" rIns="180000">
            <a:noAutofit/>
          </a:bodyPr>
          <a:lstStyle/>
          <a:p>
            <a:pPr marL="0" indent="0">
              <a:lnSpc>
                <a:spcPts val="900"/>
              </a:lnSpc>
              <a:buNone/>
            </a:pPr>
            <a:r>
              <a:rPr lang="de-DE" sz="11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Ergebnisse bestehen aus 3 Entscheidungssets (</a:t>
            </a:r>
            <a:r>
              <a:rPr lang="de-DE" sz="11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</a:t>
            </a:r>
            <a:r>
              <a:rPr lang="de-DE" sz="11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lose, draft)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1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Jedes Set enthält 3 wertepaare, für die das Ergebnis zutrifft.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Ergebnisse =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winset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[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scissor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paper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stone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scissor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paper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stone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],</a:t>
            </a:r>
          </a:p>
          <a:p>
            <a:pPr marL="0" indent="0">
              <a:lnSpc>
                <a:spcPts val="12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lnSpc>
                <a:spcPts val="1200"/>
              </a:lnSpc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C1BFBE76-FE64-00E8-5081-560BAF6BDA12}"/>
              </a:ext>
            </a:extLst>
          </p:cNvPr>
          <p:cNvSpPr txBox="1">
            <a:spLocks/>
          </p:cNvSpPr>
          <p:nvPr/>
        </p:nvSpPr>
        <p:spPr>
          <a:xfrm>
            <a:off x="5496339" y="1825625"/>
            <a:ext cx="3141870" cy="4747453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216000" rIns="18000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00"/>
              </a:lnSpc>
              <a:buNone/>
            </a:pP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loseset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[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scissor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stone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stone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paper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paper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scissor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],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A92C9FA7-045B-BD13-DE7E-5117437CA14C}"/>
              </a:ext>
            </a:extLst>
          </p:cNvPr>
          <p:cNvSpPr txBox="1">
            <a:spLocks/>
          </p:cNvSpPr>
          <p:nvPr/>
        </p:nvSpPr>
        <p:spPr>
          <a:xfrm>
            <a:off x="8891105" y="1825625"/>
            <a:ext cx="3141870" cy="4747452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216000" rIns="18000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00"/>
              </a:lnSpc>
              <a:buNone/>
            </a:pP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drawset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[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scissor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scissor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stone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stone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paper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paper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]</a:t>
            </a:r>
          </a:p>
          <a:p>
            <a:pPr marL="0" indent="0">
              <a:lnSpc>
                <a:spcPts val="900"/>
              </a:lnSpc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12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B8737-F304-5417-BFEB-FF45E9BD4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10CEC-194C-E982-E46A-D966CAED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/>
              <a:t>Input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E89025-C195-D84F-C66E-BAA76C00D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Benutzereingabe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Kommandozeilenparameter</a:t>
            </a:r>
            <a:r>
              <a:rPr lang="en-US" dirty="0"/>
              <a:t> (</a:t>
            </a:r>
            <a:r>
              <a:rPr lang="en-US" dirty="0" err="1"/>
              <a:t>process.argv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Validierung</a:t>
            </a:r>
            <a:r>
              <a:rPr lang="en-US" dirty="0"/>
              <a:t> der </a:t>
            </a:r>
            <a:r>
              <a:rPr lang="en-US" dirty="0" err="1"/>
              <a:t>Eingabe</a:t>
            </a:r>
            <a:endParaRPr lang="en-US" dirty="0"/>
          </a:p>
          <a:p>
            <a:pPr lvl="2"/>
            <a:r>
              <a:rPr lang="en-US" dirty="0" err="1"/>
              <a:t>Eingabe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Zahl </a:t>
            </a:r>
            <a:r>
              <a:rPr lang="en-US" dirty="0" err="1"/>
              <a:t>zwischen</a:t>
            </a:r>
            <a:r>
              <a:rPr lang="en-US" dirty="0"/>
              <a:t> 0 und 2</a:t>
            </a:r>
          </a:p>
          <a:p>
            <a:pPr lvl="2"/>
            <a:r>
              <a:rPr lang="en-US" dirty="0" err="1"/>
              <a:t>Invalide</a:t>
            </a:r>
            <a:r>
              <a:rPr lang="en-US" dirty="0"/>
              <a:t> </a:t>
            </a:r>
            <a:r>
              <a:rPr lang="en-US" dirty="0" err="1"/>
              <a:t>Eingaben</a:t>
            </a:r>
            <a:r>
              <a:rPr lang="en-US" dirty="0"/>
              <a:t> </a:t>
            </a:r>
            <a:r>
              <a:rPr lang="en-US" dirty="0" err="1"/>
              <a:t>führen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Abbruch</a:t>
            </a:r>
            <a:r>
              <a:rPr lang="en-US" dirty="0"/>
              <a:t> (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Erläuterung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Valide</a:t>
            </a:r>
            <a:r>
              <a:rPr lang="en-US" dirty="0"/>
              <a:t> </a:t>
            </a:r>
            <a:r>
              <a:rPr lang="en-US" dirty="0" err="1"/>
              <a:t>Eingaben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dem </a:t>
            </a:r>
            <a:r>
              <a:rPr lang="en-US" dirty="0" err="1"/>
              <a:t>Spielzug</a:t>
            </a:r>
            <a:r>
              <a:rPr lang="en-US" dirty="0"/>
              <a:t> </a:t>
            </a:r>
            <a:r>
              <a:rPr lang="en-US" dirty="0" err="1"/>
              <a:t>assoziiert</a:t>
            </a:r>
            <a:r>
              <a:rPr lang="en-US" dirty="0"/>
              <a:t>.</a:t>
            </a:r>
          </a:p>
          <a:p>
            <a:r>
              <a:rPr lang="en-US" dirty="0" err="1"/>
              <a:t>Automatisierte</a:t>
            </a:r>
            <a:r>
              <a:rPr lang="en-US" dirty="0"/>
              <a:t> </a:t>
            </a:r>
            <a:r>
              <a:rPr lang="en-US" dirty="0" err="1"/>
              <a:t>Computer”eingabe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Generierung</a:t>
            </a:r>
            <a:r>
              <a:rPr lang="en-US" dirty="0"/>
              <a:t> </a:t>
            </a:r>
            <a:r>
              <a:rPr lang="en-US" dirty="0" err="1"/>
              <a:t>Zufalls-Ganzzahl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0 und 2</a:t>
            </a:r>
          </a:p>
          <a:p>
            <a:pPr lvl="1"/>
            <a:r>
              <a:rPr lang="en-US" dirty="0" err="1"/>
              <a:t>Generierte</a:t>
            </a:r>
            <a:r>
              <a:rPr lang="en-US" dirty="0"/>
              <a:t> </a:t>
            </a:r>
            <a:r>
              <a:rPr lang="en-US" dirty="0" err="1"/>
              <a:t>Ganzzahl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Spielzug</a:t>
            </a:r>
            <a:r>
              <a:rPr lang="en-US" dirty="0"/>
              <a:t> </a:t>
            </a:r>
            <a:r>
              <a:rPr lang="en-US" dirty="0" err="1"/>
              <a:t>assoziiert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7313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5A9CF-E5D6-E6CF-657B-5C769494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0B4AF-A123-5C86-10F7-443513EF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/>
              <a:t>Input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D12C6D-C218-0ADC-E50C-BFD6131EE5A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lIns="180000" tIns="216000" rIns="180000">
            <a:normAutofit/>
          </a:bodyPr>
          <a:lstStyle/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47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C9827-B091-BBA3-0BBC-823F89E3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0E645A-C51B-16E1-FD86-6B3AC04A2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/>
              <a:t>Verarbeitung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0601D5-A532-BAE5-1319-B576761C3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27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4FC4A-0CBD-C5BE-B2AF-A1C1D59F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857387-B1FD-F1CC-BB0B-EE0E3F3C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Rock Paper </a:t>
            </a:r>
            <a:r>
              <a:rPr lang="de-DE" dirty="0" err="1"/>
              <a:t>Scissors</a:t>
            </a:r>
            <a:r>
              <a:rPr lang="de-DE" dirty="0"/>
              <a:t> Game</a:t>
            </a:r>
            <a:br>
              <a:rPr lang="de-DE" dirty="0"/>
            </a:br>
            <a:r>
              <a:rPr lang="de-DE" dirty="0"/>
              <a:t>Output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C3C72B-1C16-3184-EAEC-30FE1BD36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599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490B7-15F5-2DE1-0E30-6882296E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470AC4-84FF-E7FC-260D-D213F842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Pig </a:t>
            </a:r>
            <a:r>
              <a:rPr lang="de-DE" dirty="0" err="1"/>
              <a:t>Latin</a:t>
            </a:r>
            <a:r>
              <a:rPr lang="de-DE" dirty="0"/>
              <a:t> Translator</a:t>
            </a:r>
            <a:br>
              <a:rPr lang="de-DE" dirty="0"/>
            </a:b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538A95-DDA8-491A-7BA9-29C69C283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 </a:t>
            </a:r>
            <a:r>
              <a:rPr lang="en-US" dirty="0" err="1"/>
              <a:t>Programm</a:t>
            </a:r>
            <a:r>
              <a:rPr lang="en-US" dirty="0"/>
              <a:t> </a:t>
            </a:r>
            <a:r>
              <a:rPr lang="en-US" dirty="0" err="1"/>
              <a:t>nimmt</a:t>
            </a:r>
            <a:r>
              <a:rPr lang="en-US" dirty="0"/>
              <a:t> den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bersetzenden</a:t>
            </a:r>
            <a:r>
              <a:rPr lang="en-US" dirty="0"/>
              <a:t> Text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Eingabe</a:t>
            </a:r>
            <a:r>
              <a:rPr lang="en-US" dirty="0"/>
              <a:t> von den </a:t>
            </a:r>
            <a:r>
              <a:rPr lang="en-US" dirty="0" err="1"/>
              <a:t>Aufruf-Parametern</a:t>
            </a:r>
            <a:r>
              <a:rPr lang="en-US" dirty="0"/>
              <a:t> (“</a:t>
            </a:r>
            <a:r>
              <a:rPr lang="en-US" b="1" dirty="0" err="1"/>
              <a:t>process.argv</a:t>
            </a:r>
            <a:r>
              <a:rPr lang="en-US" b="1" dirty="0"/>
              <a:t>”)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4213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D0A44-E348-46D3-555E-C36444055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ECFC48-8E01-0A2E-5249-B181C7E2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Caesar </a:t>
            </a:r>
            <a:r>
              <a:rPr lang="de-DE" dirty="0" err="1"/>
              <a:t>Cipher</a:t>
            </a:r>
            <a:r>
              <a:rPr lang="de-DE" dirty="0"/>
              <a:t> Encryption</a:t>
            </a:r>
            <a:br>
              <a:rPr lang="de-DE" dirty="0"/>
            </a:b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8D1FC7-CEDE-9A8B-1EAC-37E087908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 </a:t>
            </a:r>
            <a:r>
              <a:rPr lang="en-US" dirty="0" err="1"/>
              <a:t>Programm</a:t>
            </a:r>
            <a:r>
              <a:rPr lang="en-US" dirty="0"/>
              <a:t> </a:t>
            </a:r>
            <a:r>
              <a:rPr lang="en-US" dirty="0" err="1"/>
              <a:t>nimmt</a:t>
            </a:r>
            <a:r>
              <a:rPr lang="en-US" dirty="0"/>
              <a:t> den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verschlüsselnden</a:t>
            </a:r>
            <a:r>
              <a:rPr lang="en-US" dirty="0"/>
              <a:t> Text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Eingabe</a:t>
            </a:r>
            <a:r>
              <a:rPr lang="en-US" dirty="0"/>
              <a:t> von den </a:t>
            </a:r>
            <a:r>
              <a:rPr lang="en-US" dirty="0" err="1"/>
              <a:t>Aufruf-Parametern</a:t>
            </a:r>
            <a:r>
              <a:rPr lang="en-US" dirty="0"/>
              <a:t> (“</a:t>
            </a:r>
            <a:r>
              <a:rPr lang="en-US" b="1" dirty="0" err="1"/>
              <a:t>process.argv</a:t>
            </a:r>
            <a:r>
              <a:rPr lang="en-US" b="1" dirty="0"/>
              <a:t>”)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4619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Breitbild</PresentationFormat>
  <Paragraphs>120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Wingdings</vt:lpstr>
      <vt:lpstr>Office</vt:lpstr>
      <vt:lpstr>Projekte</vt:lpstr>
      <vt:lpstr>Rock Paper Scissors Game Requirements</vt:lpstr>
      <vt:lpstr>Rock Paper Scissors Game Analyse</vt:lpstr>
      <vt:lpstr>Rock Paper Scissors Game Definition „Spielzug“</vt:lpstr>
      <vt:lpstr>Rock Paper Scissors Game Definition „Spielzug“ Code</vt:lpstr>
      <vt:lpstr>Rock Paper Scissors Game Definition „Ergebnis“</vt:lpstr>
      <vt:lpstr>Rock Paper Scissors Game Definition „Ergebnisse“ Code</vt:lpstr>
      <vt:lpstr>Rock Paper Scissors Game Input</vt:lpstr>
      <vt:lpstr>Rock Paper Scissors Game Input Code</vt:lpstr>
      <vt:lpstr>Rock Paper Scissors Game Verarbeitung</vt:lpstr>
      <vt:lpstr>Rock Paper Scissors Game Output</vt:lpstr>
      <vt:lpstr>Pig Latin Translator Requirements</vt:lpstr>
      <vt:lpstr>Caesar Cipher Encryption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Ralf Waeldin</dc:creator>
  <cp:lastModifiedBy>Ralf Waeldin</cp:lastModifiedBy>
  <cp:revision>6</cp:revision>
  <dcterms:created xsi:type="dcterms:W3CDTF">2026-01-12T09:47:21Z</dcterms:created>
  <dcterms:modified xsi:type="dcterms:W3CDTF">2026-01-13T09:24:19Z</dcterms:modified>
</cp:coreProperties>
</file>